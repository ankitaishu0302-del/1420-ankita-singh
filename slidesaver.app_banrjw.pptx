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65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27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57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8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745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5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139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30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746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584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3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41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04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erson with a robot head&#10;&#10;AI-generated content may be incorrect.">
            <a:extLst>
              <a:ext uri="{FF2B5EF4-FFF2-40B4-BE49-F238E27FC236}">
                <a16:creationId xmlns:a16="http://schemas.microsoft.com/office/drawing/2014/main" id="{02AD96A9-CD59-B45F-6179-225E362B1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5351" y="-104408"/>
            <a:ext cx="9329351" cy="703240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A9E6FA-6928-631E-A6FF-14E75F17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7914"/>
            <a:ext cx="8229600" cy="864972"/>
          </a:xfrm>
        </p:spPr>
        <p:txBody>
          <a:bodyPr>
            <a:normAutofit fontScale="90000"/>
          </a:bodyPr>
          <a:lstStyle/>
          <a:p>
            <a:r>
              <a:rPr lang="en-IN" sz="6000" b="1" dirty="0">
                <a:solidFill>
                  <a:srgbClr val="FF0000"/>
                </a:solidFill>
              </a:rPr>
              <a:t>ARTIFICIAL INTELLIGENCE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1D005-8760-CE56-3C7C-B26A094F17F9}"/>
              </a:ext>
            </a:extLst>
          </p:cNvPr>
          <p:cNvSpPr txBox="1"/>
          <p:nvPr/>
        </p:nvSpPr>
        <p:spPr>
          <a:xfrm>
            <a:off x="4893276" y="5597611"/>
            <a:ext cx="3435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r"/>
            <a:r>
              <a:rPr lang="en-IN" sz="2400" b="1" dirty="0">
                <a:solidFill>
                  <a:srgbClr val="FF0000"/>
                </a:solidFill>
              </a:rPr>
              <a:t>PREPARED BY:</a:t>
            </a:r>
          </a:p>
          <a:p>
            <a:pPr lvl="1" algn="r"/>
            <a:r>
              <a:rPr lang="en-IN" sz="2400" b="1" dirty="0">
                <a:solidFill>
                  <a:srgbClr val="FF0000"/>
                </a:solidFill>
              </a:rPr>
              <a:t>ANKITA SINGH</a:t>
            </a:r>
          </a:p>
        </p:txBody>
      </p:sp>
    </p:spTree>
    <p:extLst>
      <p:ext uri="{BB962C8B-B14F-4D97-AF65-F5344CB8AC3E}">
        <p14:creationId xmlns:p14="http://schemas.microsoft.com/office/powerpoint/2010/main" val="2959177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43C0-780C-6CF6-E113-3F85AD07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345990"/>
            <a:ext cx="6571343" cy="1112107"/>
          </a:xfrm>
        </p:spPr>
        <p:txBody>
          <a:bodyPr>
            <a:normAutofit/>
          </a:bodyPr>
          <a:lstStyle/>
          <a:p>
            <a:r>
              <a:rPr lang="en-IN" dirty="0"/>
              <a:t>Some of the most common examples of AI in </a:t>
            </a:r>
            <a:r>
              <a:rPr lang="en-IN" sz="2800" dirty="0"/>
              <a:t>use</a:t>
            </a:r>
            <a:r>
              <a:rPr lang="en-IN" dirty="0"/>
              <a:t> today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349DD-8664-8575-4123-0B1A67A8A4C1}"/>
              </a:ext>
            </a:extLst>
          </p:cNvPr>
          <p:cNvSpPr txBox="1"/>
          <p:nvPr/>
        </p:nvSpPr>
        <p:spPr>
          <a:xfrm>
            <a:off x="457199" y="1977080"/>
            <a:ext cx="857558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Chat GPT </a:t>
            </a:r>
            <a:r>
              <a:rPr lang="en-IN" sz="2000" dirty="0"/>
              <a:t>: Uses large language models (LLM) to generate text in response to questions or comments posed to it.</a:t>
            </a:r>
          </a:p>
          <a:p>
            <a:endParaRPr lang="en-IN" sz="2000" dirty="0"/>
          </a:p>
          <a:p>
            <a:r>
              <a:rPr lang="en-IN" sz="2400" b="1" dirty="0"/>
              <a:t>Google translator</a:t>
            </a:r>
            <a:r>
              <a:rPr lang="en-IN" sz="2000" dirty="0"/>
              <a:t>: Uses deep learning algorithms to translate text from one language to another language</a:t>
            </a:r>
          </a:p>
          <a:p>
            <a:endParaRPr lang="en-IN" sz="2000" dirty="0"/>
          </a:p>
          <a:p>
            <a:r>
              <a:rPr lang="en-IN" sz="2400" b="1" dirty="0"/>
              <a:t>Netflix: </a:t>
            </a:r>
            <a:r>
              <a:rPr lang="en-IN" sz="2000" dirty="0"/>
              <a:t>Uses machine learning algorithms to create personalized recommendations engines for user based on their previous viewing history .</a:t>
            </a:r>
          </a:p>
          <a:p>
            <a:endParaRPr lang="en-IN" sz="2000" dirty="0"/>
          </a:p>
          <a:p>
            <a:r>
              <a:rPr lang="en-IN" sz="2400" b="1" dirty="0"/>
              <a:t>Apple’s Siri : </a:t>
            </a:r>
            <a:r>
              <a:rPr lang="en-IN" sz="2000" dirty="0"/>
              <a:t>Apple voice –activated personal assistant ,Siri ,powered by deep neural networks (DNNs) to  interact with users and complete their request.</a:t>
            </a:r>
          </a:p>
        </p:txBody>
      </p:sp>
    </p:spTree>
    <p:extLst>
      <p:ext uri="{BB962C8B-B14F-4D97-AF65-F5344CB8AC3E}">
        <p14:creationId xmlns:p14="http://schemas.microsoft.com/office/powerpoint/2010/main" val="313045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</TotalTime>
  <Words>107</Words>
  <Application>Microsoft Office PowerPoint</Application>
  <PresentationFormat>On-screen Show (4:3)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ARTIFICIAL INTELLIGENCE</vt:lpstr>
      <vt:lpstr>PowerPoint Presentation</vt:lpstr>
      <vt:lpstr>PowerPoint Presentation</vt:lpstr>
      <vt:lpstr>PowerPoint Presentation</vt:lpstr>
      <vt:lpstr>PowerPoint Presentation</vt:lpstr>
      <vt:lpstr>Some of the most common examples of AI in use today :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amit yadav</cp:lastModifiedBy>
  <cp:revision>2</cp:revision>
  <dcterms:created xsi:type="dcterms:W3CDTF">2013-01-27T09:14:16Z</dcterms:created>
  <dcterms:modified xsi:type="dcterms:W3CDTF">2025-10-14T15:42:25Z</dcterms:modified>
  <cp:category/>
</cp:coreProperties>
</file>